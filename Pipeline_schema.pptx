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s. Trace it left to right with a finger, twice: the top band builds the encoder, the bottom band uses it. Then point at the red block.
NO PAGE NUMBER: this slide is generated on its own. To put it in the deck, move this block into build_deck.js at the chosen position — the numbering regenerates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560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BEFORE THE DETAILS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937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8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SELF-SUPERVISED PRE-TRAINING     ·     no labels used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0B3C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361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px tiles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922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anywhere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radiograph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18745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25496" y="14447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5361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masking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17922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context block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target blocks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91456" y="18745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447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0B3C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38928" y="15361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encoder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38928" y="17922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ViT-S/16 · 21.6 M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by gradient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50024" y="18745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42632" y="14447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1F6F4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97496" y="15361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97496" y="17922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blocks · dim 96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2.4 % of an encoder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308592" y="18745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1444752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1F6F4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56064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smooth-L1 loss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56064" y="1792224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LayerNormed target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representations, not pixels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84064" y="2542032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F1F7F8"/>
          </a:solidFill>
          <a:ln w="2032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38928" y="263347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38928" y="2889504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copy · no gradient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2313432"/>
            <a:ext cx="0" cy="219456"/>
          </a:xfrm>
          <a:prstGeom prst="line">
            <a:avLst/>
          </a:prstGeom>
          <a:noFill/>
          <a:ln w="16510">
            <a:solidFill>
              <a:srgbClr val="1C7293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150608" y="27432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 τ = 0.9996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3493008"/>
            <a:ext cx="11057839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66928" y="352958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is FROZEN from here down — no backbone weight moves again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8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DOWNSTREAM CLASSIFICATION     ·     labels used here, and only here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41879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0B3C4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42793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window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" y="45354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px, centred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preserved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32888" y="46177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825496" y="41879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1F7F8"/>
          </a:solidFill>
          <a:ln w="2032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80360" y="42793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encoder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880360" y="45354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tokens × 1,152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2, 7, 11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91456" y="46177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84064" y="41879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BF3F2"/>
          </a:solidFill>
          <a:ln w="20320">
            <a:solidFill>
              <a:srgbClr val="A62B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38928" y="42793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selection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138928" y="45354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bounding box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which tokens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50024" y="46177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342632" y="4187952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0B3C4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97496" y="427939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+ head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7397496" y="4535424"/>
            <a:ext cx="18562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M + 3,459 par.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trained part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308592" y="4617720"/>
            <a:ext cx="292608" cy="0"/>
          </a:xfrm>
          <a:prstGeom prst="line">
            <a:avLst/>
          </a:prstGeom>
          <a:noFill/>
          <a:ln w="17780">
            <a:solidFill>
              <a:srgbClr val="58626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601200" y="4187952"/>
            <a:ext cx="202996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0320">
            <a:solidFill>
              <a:srgbClr val="0B3C4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56064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on PAI 5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656064" y="4535424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 · test split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seen before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6928" y="5349240"/>
            <a:ext cx="11057839" cy="868680"/>
          </a:xfrm>
          <a:prstGeom prst="roundRect">
            <a:avLst>
              <a:gd name="adj" fmla="val 7368"/>
            </a:avLst>
          </a:prstGeom>
          <a:solidFill>
            <a:srgbClr val="FBF3F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49808" y="5477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stage is ours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88152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the assignment's pipeline except the red block. The bounding box enters exactly once, and that is where the bag-size bias lives — so that is the only stage we changed.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— schema a blocchi</dc:title>
  <dc:subject>PptxGenJS Presentation</dc:subject>
  <dc:creator>PptxGenJS</dc:creator>
  <cp:lastModifiedBy>PptxGenJS</cp:lastModifiedBy>
  <cp:revision>1</cp:revision>
  <dcterms:created xsi:type="dcterms:W3CDTF">2026-09-02T12:50:16Z</dcterms:created>
  <dcterms:modified xsi:type="dcterms:W3CDTF">2026-09-02T12:50:16Z</dcterms:modified>
</cp:coreProperties>
</file>